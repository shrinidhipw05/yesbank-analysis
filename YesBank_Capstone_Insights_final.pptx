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R2 Score (test set)</c:v>
                </c:pt>
              </c:strCache>
            </c:strRef>
          </c:tx>
          <c:spPr>
            <a:solidFill>
              <a:srgbClr val="2E5EAA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386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5E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5E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
Regression</c:v>
                  </c:pt>
                  <c:pt idx="1">
                    <c:v>Random
Forest (tuned)</c:v>
                  </c:pt>
                  <c:pt idx="2">
                    <c:v>Gradient
Boosting (tuned)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0.9563</c:v>
                </c:pt>
                <c:pt idx="1">
                  <c:v>0.957</c:v>
                </c:pt>
                <c:pt idx="2">
                  <c:v>0.9607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F386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9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Prediction: EDA &amp; Machine Learning Capstone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overview of the exploratory analysis and predictive modeling work on Yes Bank's monthly stock price (2005 to 2020).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Shrinidhi Walvekar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126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Capstone Project  |  Regression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governance crisis to a price-prediction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66751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 was a strong private-sector stock until a 2018 governance and NPA crisis triggered a historic collapse in its valuation.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regression pipeline that predicts the monthly closing price using historical Open, High and Low data.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 monthly records (Jul 2005 - Nov 2020) with Open, High, Low and Close prices.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06640" y="155448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635240" y="2194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records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06640" y="297180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31089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2005-2020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635240" y="3611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 covered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06640" y="4389120"/>
            <a:ext cx="4297680" cy="1234440"/>
          </a:xfrm>
          <a:prstGeom prst="roundRect">
            <a:avLst>
              <a:gd name="adj" fmla="val 5926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4526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~Rs 400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35240" y="5029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peak, before the crash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Shrinidhi Walvekar  |  Yes Bank Stock Price Capstone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hard forecasting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2471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Bank's stock performance was historically stable, but the 2018 corporate governance crisis caused a catastrophic collapse in valuation. This created a permanent structural break in the stock's behaviour rather than a temporary dip.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build a machine learning regression model that predicts the monthly closing price from Open, High and Low data, while overcoming two core data challenges: extreme multicollinearity between the input features, and a highly non-stationary, right-skewed target variable.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70916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846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break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2120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crisis permanently shifted the stock's price baseline and volatility regime.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470916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4846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52120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High and Low move in near-perfect lockstep, correlating above 0.99 with Close.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0" y="4709160"/>
            <a:ext cx="3657600" cy="1600200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4846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target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12480" y="52120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prices sit below Rs 100 for most of the history, with a long tail toward the 2018 peak.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Shrinidhi Walvekar  |  Yes Bank Stock Price Capstone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multicollinearity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High and Low all correlate above 0.99 with Close - they move together every month.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price distribution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651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sit below Rs 100 for most of the stock's history, with a long thin tail toward the Rs 400 peak.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69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4526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exploded in 2018-20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9834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intra-month High-Low spread was flat for a decade, then spiked sharply through the crash years.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393192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69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4526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Non-stationary, structurally broken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9834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steady 2005-2017 bull run gives way to a near-vertical collapse - a permanent break, not a dip.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Shrinidhi Walvekar  |  Yes Bank Stock Price Capstone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regressors, one clear winner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566928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Average_Price and Volatility (engineered from Open/High/Low) replaced the raw, collinear columns.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transform: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transformation applied to Close to correct the right-skew.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/ RandomizedSearchCV with 5-fold cross-validation, applied to all three models.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92240" y="160020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20840" y="17099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20840" y="20574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720840" y="2377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0.9563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20840" y="267919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16.90   RMSE  26.79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92240" y="31089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32186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20840" y="3566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(RandomizedSearchCV)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20840" y="3886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0.9570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20840" y="41879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16.71   RMSE  26.56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92240" y="461772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E9F3EA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47274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20840" y="5074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(RandomizedSearchCV, 100 iters)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5394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0.9607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56967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 15.86   RMSE  25.39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104120" y="47274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Shrinidhi Walvekar  |  Yes Bank Stock Price Capstone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 score across all three models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64592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7830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Test-set metrics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458200" y="219456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16.90  |  RMSE 26.79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(tuned)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16.71  |  RMSE 26.56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(tuned)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15.86  |  RMSE 25.39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Shrinidhi Walvekar  |  Yes Bank Stock Price Capstone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Gradient Boosting Regressor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66751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builds trees sequentially, with each new tree correcting the residual errors of the previous one. This let it capture the volatile, non-linear swings in Yes Bank's price history better than a single linear fit or independently-built trees.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 searched 100 hyperparameter combinations across n_estimators, learning_rate, max_depth, subsample and related settings, with 5-fold cross-validation.
</a:t>
            </a:r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show Average_Price as the primary driver of predictions, with Volatility as a secondary driver refining the estimate.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98080" y="16459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E9F3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17830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0.9607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26680" y="2423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Score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498080" y="310896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E9F3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32461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15.86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26680" y="3886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457200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E9F3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47091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25.39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726680" y="5349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Shrinidhi Walvekar  |  Yes Bank Stock Price Capstone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achieved, and what to watch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built a machine learning pipeline to predict Yes Bank's monthly closing price. Feature engineering (Average_Price, Volatility) resolved severe multicollinearity, and a log transform normalized the right-skewed target. A tuned Gradient Boosting Regressor was the strongest performer (R2 = 0.9607, RMSE = 25.39), and was explained with SHAP and serialized for deployment.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0" y="192024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model as a backend API to support trading desk risk limits.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Volatility and Average_Price in real time before scoring live data.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this as a support tool, not a replacement for fundamental analysis - it cannot foresee external shocks or governance events.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4572000"/>
            <a:ext cx="11338560" cy="128016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5029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features using only prior-month (lagged) data for a genuine forward-looking forecast, since current features are derived from the same month as the target.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Shrinidhi Walvekar  |  Yes Bank Stock Price Capstone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2026-07-10T15:25:44Z</dcterms:created>
  <dcterms:modified xsi:type="dcterms:W3CDTF">2026-07-10T15:25:44Z</dcterms:modified>
</cp:coreProperties>
</file>